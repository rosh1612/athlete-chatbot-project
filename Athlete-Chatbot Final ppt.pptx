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2F8AC3-15C9-43F0-A1EF-AEBBE8283A54}" v="1" dt="2026-02-27T13:40:18.1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han Kumrawat" userId="e9e43fdc07a23246" providerId="LiveId" clId="{7FBD56FB-BAD7-46D6-8C31-9228A01D24E8}"/>
    <pc:docChg chg="delSld modSld">
      <pc:chgData name="Roshan Kumrawat" userId="e9e43fdc07a23246" providerId="LiveId" clId="{7FBD56FB-BAD7-46D6-8C31-9228A01D24E8}" dt="2026-02-27T13:40:46.474" v="43" actId="255"/>
      <pc:docMkLst>
        <pc:docMk/>
      </pc:docMkLst>
      <pc:sldChg chg="del">
        <pc:chgData name="Roshan Kumrawat" userId="e9e43fdc07a23246" providerId="LiveId" clId="{7FBD56FB-BAD7-46D6-8C31-9228A01D24E8}" dt="2026-02-27T13:39:53.478" v="0" actId="2696"/>
        <pc:sldMkLst>
          <pc:docMk/>
          <pc:sldMk cId="1999256281" sldId="269"/>
        </pc:sldMkLst>
      </pc:sldChg>
      <pc:sldChg chg="addSp modSp mod">
        <pc:chgData name="Roshan Kumrawat" userId="e9e43fdc07a23246" providerId="LiveId" clId="{7FBD56FB-BAD7-46D6-8C31-9228A01D24E8}" dt="2026-02-27T13:40:46.474" v="43" actId="255"/>
        <pc:sldMkLst>
          <pc:docMk/>
          <pc:sldMk cId="2834363449" sldId="270"/>
        </pc:sldMkLst>
        <pc:spChg chg="add mod">
          <ac:chgData name="Roshan Kumrawat" userId="e9e43fdc07a23246" providerId="LiveId" clId="{7FBD56FB-BAD7-46D6-8C31-9228A01D24E8}" dt="2026-02-27T13:40:46.474" v="43" actId="255"/>
          <ac:spMkLst>
            <pc:docMk/>
            <pc:sldMk cId="2834363449" sldId="270"/>
            <ac:spMk id="6" creationId="{5706383A-E68E-FDE8-EB1D-C73F0EA1CC7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E5CD9-5E5D-425A-4583-FEC5564E0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A6DB5F-6AA5-252F-548C-2182F0510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814B6-BA5D-29A1-B69F-4CD11CE58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35056-F328-414D-A07E-5E6730EE378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A9B48-8685-2FCE-A088-DF90577E1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A907C-4005-0CF5-8308-37FE827F0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DFEB-4108-43F9-AAC3-62250890D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551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E1CCE-64CD-2AA6-C292-2F7C355BB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38A52-4519-7408-A6DD-A20FBBBF3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04ECE-B92D-2FD7-FABF-7AD9C6C57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35056-F328-414D-A07E-5E6730EE378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6B437-2433-9517-E5C1-E436EAF10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F5262-7E0D-6454-9D50-F388421B4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DFEB-4108-43F9-AAC3-62250890D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981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EB69E-0F5A-6900-2F3A-CAB112C63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6470D-B8D0-8F5B-3F56-1D33DBA23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51241-5804-E1DF-EFC9-6DC60C1AD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35056-F328-414D-A07E-5E6730EE378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CE863-FABD-7F92-7BD7-7D5A69D40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56C09-0A13-99A8-AC13-49F749A39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DFEB-4108-43F9-AAC3-62250890D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275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37C0B-9E38-2246-E6E9-32A9B3EE6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F0161-F7AE-87C3-ADA2-7914678288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F6A823-46C2-7855-F106-4BFEE41F69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42B0A-F7E2-6168-EC7B-4008400C3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35056-F328-414D-A07E-5E6730EE378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C78993-5BA3-09FA-F81A-B4DBF2AC8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21482-B169-827B-5C8C-9EEF082C3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DFEB-4108-43F9-AAC3-62250890D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60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EB17-C706-FA72-D3C1-0CBD16F91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BE2EE-AF05-D6CD-D124-F0B0A65AD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36F42D-6350-289E-B361-2ACC6E6DA7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CB8B56-758E-0E37-F64F-8418F7B0C4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00B90A-2108-7BF3-7B95-A384E3F721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BCC13-D56D-256B-9EF8-780E85B2D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35056-F328-414D-A07E-5E6730EE378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14CF6A-E6E8-D275-9D97-7A0A7A4C8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A130A1-C119-1019-848C-B79DCDDD8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DFEB-4108-43F9-AAC3-62250890D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696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86EF0-3CFA-D5EB-52FC-2E06DE9CE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6C3FE-9A6F-8417-D0EC-2EAFD598B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35056-F328-414D-A07E-5E6730EE378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64BDC9-FDD1-F210-E2DE-3B648BA51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2B4D52-59DC-C0D5-B92D-9164A66CA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DFEB-4108-43F9-AAC3-62250890D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160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DCA13B-3725-D326-E248-46E4634AD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35056-F328-414D-A07E-5E6730EE378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623C30-96C5-D4FB-8DED-1E51DB9E9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2A2F0-29B6-8B43-B069-8B74EE86E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DFEB-4108-43F9-AAC3-62250890D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528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9253D-EF25-4472-21AF-FFDA6F435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1B8A4-6768-1DF1-7002-B9307D666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A65C1E-D3C2-D87D-3FA0-6095FBD87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4795EB-C064-AA15-934F-E4AEDB8DD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35056-F328-414D-A07E-5E6730EE378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EBDBA-34BC-6174-EECB-24EECE313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A110F3-CCD7-E82E-1773-3E589D486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DFEB-4108-43F9-AAC3-62250890D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736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23D8F-F0B0-05A2-E59F-B7B0BDB26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D32DBD-77E0-B778-1A4C-91B7A8CD59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C270E0-FE22-21A1-AA74-F4A12BE998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43A7B8-A68E-70CF-9960-DFA13A671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35056-F328-414D-A07E-5E6730EE378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800D3E-5078-06E3-F820-46973A797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0B5CB1-5A61-1348-929D-979B1268E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DFEB-4108-43F9-AAC3-62250890D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229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2D138-0A49-2843-93AF-3C584727A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EAE890-9E28-2A43-3634-52DDCF358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506D6-BCCB-0B58-33A3-56D0BA95F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35056-F328-414D-A07E-5E6730EE378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32379-F182-3C5A-77C1-4536D4B71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C05BF-E85A-985D-BE12-40D695D28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DFEB-4108-43F9-AAC3-62250890D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800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68FFD3-A121-1560-8808-F8634EB2D8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1E4B26-1E6D-D7EA-C56D-C704D56C5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C18D1-92D0-7794-1953-298F314F4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35056-F328-414D-A07E-5E6730EE378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BA7E9-08C9-4000-5AB6-09EB157A6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08DBD-B70E-BF84-7E6C-E62B2CF31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ADFEB-4108-43F9-AAC3-62250890D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158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F6F8C8-42F9-09C4-74A4-D1F3C2D61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6C2AB-A1ED-3AD9-B842-41938E407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60F11-C213-C28C-2E8D-9506FFE4EB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935056-F328-414D-A07E-5E6730EE378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60355-E129-9C6D-1973-F448243851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2222C-7CC3-BD27-BB8B-A3C33341A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ADFEB-4108-43F9-AAC3-62250890D4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967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A8004-CC9C-5409-C74C-28B78B9B20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4A5530-A5CE-02DC-D594-24FAABC6D2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AFB132-35EC-41E2-00C7-6823B4FD1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212"/>
            <a:ext cx="12192000" cy="6449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704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96AAC-0F7A-CACF-B01D-E1B66C0AE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EFE53-D456-9FF2-DCC9-B1889D3EB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876682-4867-A6AC-5029-2D1CA6744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352"/>
            <a:ext cx="12192000" cy="6525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554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D8DA5-1001-3909-B6F6-0AE789D89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358FE-EE1F-01DF-ED1C-37D730BED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DB7894-832B-4054-E662-478585180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949"/>
            <a:ext cx="12192000" cy="679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13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706BC-9D0D-22DD-F646-834BF778F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41541-7F40-04DF-AA0B-9CCA19F5D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811D9B-A7F0-5C29-923D-5ADC7150C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517"/>
            <a:ext cx="12192000" cy="650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017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03CB8-D14C-0CD9-2824-28C04CDE5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85402-A023-EF38-89C9-04B69AA4D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4D716D-6061-08CA-0EDA-5AAFE0022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951"/>
            <a:ext cx="12192000" cy="6458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925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762F0-0857-FC66-F400-1D84869D6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EB77E-5B76-D7AE-6FD4-32A78B4BF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D2FEA1-D064-E0E8-CB71-533FEF892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899"/>
            <a:ext cx="12192000" cy="648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460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1EE2B-FCE5-63EB-E1B9-70488DDE7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E82E0-20BE-B9D4-3356-0C17E9246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336BDF-6735-EFF0-B78C-CCC2CF999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677"/>
            <a:ext cx="12192000" cy="6460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577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0594-13C2-F890-F2EC-BE42DB0E8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C4AF9-3A1E-746E-3FDC-86442F6B9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4BDA20-250B-9B67-F038-533087172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424"/>
            <a:ext cx="12192000" cy="6489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515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674B0-CD8C-8033-A2D6-3334C3615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BDF61-66CD-986F-404B-3016CF9EA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B9561B-705E-97BB-6D58-5C6CE7057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950"/>
            <a:ext cx="12192000" cy="64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314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41B25-8EA0-C22A-9851-46432F8A7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3F7FB-D95A-ACFA-8085-07B717BDA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E4E474-3D2E-E0F7-ED8A-B0A350474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132"/>
            <a:ext cx="12192000" cy="637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301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341AF-0684-8B7C-FFC8-98EFC8700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3BA31-8110-405F-2A34-0990EEC73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EE5547-DE56-A849-B48A-BF8582144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301"/>
            <a:ext cx="12192000" cy="6425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295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02F07-5438-40A4-A1AA-046667F2E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93575-95DD-28DE-DAA2-0BD80D571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BC0663-4A1A-A757-87FD-FDD05D01C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707"/>
            <a:ext cx="12192000" cy="6400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351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63131-4BB1-D532-64B3-B920D0F10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EB739-A84E-07D2-78D5-8E194EFA0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5EE265-6B54-7569-AB92-090A5E699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045"/>
            <a:ext cx="12192000" cy="6429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19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FA742-D088-5638-0149-D91605A9A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2808B-1845-66B0-B448-EFECE20DB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FB09A6-A6AB-0AD4-8A45-31589FC42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5294"/>
            <a:ext cx="12192000" cy="64074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06383A-E68E-FDE8-EB1D-C73F0EA1CC74}"/>
              </a:ext>
            </a:extLst>
          </p:cNvPr>
          <p:cNvSpPr txBox="1"/>
          <p:nvPr/>
        </p:nvSpPr>
        <p:spPr>
          <a:xfrm>
            <a:off x="6940296" y="3858768"/>
            <a:ext cx="45628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Reviews from users (Dummy users)</a:t>
            </a:r>
          </a:p>
        </p:txBody>
      </p:sp>
    </p:spTree>
    <p:extLst>
      <p:ext uri="{BB962C8B-B14F-4D97-AF65-F5344CB8AC3E}">
        <p14:creationId xmlns:p14="http://schemas.microsoft.com/office/powerpoint/2010/main" val="2834363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76BF-BD45-2A1B-657C-D50A6BC33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A5E3E-1A0F-E267-792C-D9D5C77F7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AF3C7F-4A3C-FE4E-6640-C36640FC3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69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6160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2FCB3-1435-ED75-0B54-C53D725C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D86C9-C825-82BF-D0C4-3E780E4A1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Blue Color Thank You Slide Presentation Template - SlideKit">
            <a:extLst>
              <a:ext uri="{FF2B5EF4-FFF2-40B4-BE49-F238E27FC236}">
                <a16:creationId xmlns:a16="http://schemas.microsoft.com/office/drawing/2014/main" id="{52F0BB1E-B341-BF3A-B25E-15042D8A5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7822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</Words>
  <Application>Microsoft Office PowerPoint</Application>
  <PresentationFormat>Widescreen</PresentationFormat>
  <Paragraphs>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Roshan Kumrawat</dc:creator>
  <cp:lastModifiedBy>Roshan Kumrawat</cp:lastModifiedBy>
  <cp:revision>1</cp:revision>
  <dcterms:created xsi:type="dcterms:W3CDTF">2026-02-27T13:20:37Z</dcterms:created>
  <dcterms:modified xsi:type="dcterms:W3CDTF">2026-02-27T13:40:57Z</dcterms:modified>
</cp:coreProperties>
</file>